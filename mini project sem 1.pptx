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74" r:id="rId2"/>
    <p:sldId id="276" r:id="rId3"/>
    <p:sldId id="257" r:id="rId4"/>
    <p:sldId id="258" r:id="rId5"/>
    <p:sldId id="278" r:id="rId6"/>
    <p:sldId id="259" r:id="rId7"/>
    <p:sldId id="260" r:id="rId8"/>
    <p:sldId id="261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62" r:id="rId17"/>
    <p:sldId id="263" r:id="rId18"/>
    <p:sldId id="279" r:id="rId19"/>
    <p:sldId id="277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5" autoAdjust="0"/>
    <p:restoredTop sz="95179" autoAdjust="0"/>
  </p:normalViewPr>
  <p:slideViewPr>
    <p:cSldViewPr snapToGrid="0">
      <p:cViewPr varScale="1">
        <p:scale>
          <a:sx n="82" d="100"/>
          <a:sy n="82" d="100"/>
        </p:scale>
        <p:origin x="180" y="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5/14/2022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01074" y="445625"/>
            <a:ext cx="66207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IN" sz="2400" dirty="0"/>
              <a:t>Computer Science and Engineering</a:t>
            </a:r>
          </a:p>
          <a:p>
            <a:pPr algn="ctr">
              <a:defRPr/>
            </a:pPr>
            <a:r>
              <a:rPr lang="en-IN" sz="2400" dirty="0"/>
              <a:t> DAYANANDA SAGAR COLLEGE OF ENGINEERING (An Autonomous Institute affiliated to VTU)</a:t>
            </a:r>
            <a:endParaRPr lang="en-IN" sz="2400" b="1" dirty="0">
              <a:effectLst>
                <a:outerShdw blurRad="38100" dist="25400" dir="5400000" algn="tl" rotWithShape="0">
                  <a:srgbClr val="000000">
                    <a:alpha val="43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75635" y="2708476"/>
            <a:ext cx="56715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First Year  Mini  Project  Presentation on</a:t>
            </a:r>
          </a:p>
          <a:p>
            <a:pPr algn="ctr">
              <a:defRPr/>
            </a:pPr>
            <a:r>
              <a:rPr lang="en-US" sz="2400" b="1" u="sng" dirty="0" smtClean="0">
                <a:solidFill>
                  <a:schemeClr val="bg2">
                    <a:lumMod val="7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HUMANOID MOVEMENT Q.P.Q ENERGY GENERATION</a:t>
            </a:r>
            <a:endParaRPr lang="en-US" sz="2400" b="1" u="sng" dirty="0">
              <a:solidFill>
                <a:schemeClr val="bg2">
                  <a:lumMod val="7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68101" y="4745620"/>
            <a:ext cx="481506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Under the  Guidance of :</a:t>
            </a: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Guide Name : </a:t>
            </a:r>
            <a:r>
              <a:rPr lang="en-US" sz="2000" b="1" dirty="0" smtClean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Sarala DV</a:t>
            </a:r>
            <a:endParaRPr lang="en-US" sz="2000" b="1" dirty="0">
              <a:solidFill>
                <a:schemeClr val="bg1">
                  <a:lumMod val="95000"/>
                  <a:lumOff val="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r>
              <a:rPr lang="en-US" sz="2000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Designation:Faculty of Computer science and engineering</a:t>
            </a:r>
          </a:p>
          <a:p>
            <a:pPr algn="ctr">
              <a:spcBef>
                <a:spcPts val="435"/>
              </a:spcBef>
              <a:buClr>
                <a:schemeClr val="accent1"/>
              </a:buClr>
              <a:buSzPct val="85000"/>
              <a:defRPr/>
            </a:pPr>
            <a:endParaRPr lang="en-US" sz="2000" b="1" dirty="0">
              <a:solidFill>
                <a:schemeClr val="bg1">
                  <a:lumMod val="85000"/>
                  <a:lumOff val="15000"/>
                </a:schemeClr>
              </a:solidFill>
              <a:effectLst>
                <a:outerShdw blurRad="50800" dist="38100" algn="tr" rotWithShape="0">
                  <a:prstClr val="black">
                    <a:alpha val="40000"/>
                  </a:prst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5995" y="4745620"/>
            <a:ext cx="4896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50800" dist="38100" algn="tr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</a:p>
          <a:p>
            <a:pPr algn="ctr">
              <a:defRPr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Amrutha(G-46) , Sanjal(G-45), Siddhant(G-45) and Abbas(G-48)</a:t>
            </a:r>
            <a:endParaRPr lang="en-US" b="1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9666" y="196770"/>
            <a:ext cx="1828800" cy="168567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698" y="405114"/>
            <a:ext cx="1655181" cy="147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92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agenda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000" dirty="0" smtClean="0"/>
              <a:t>Introduction</a:t>
            </a:r>
          </a:p>
          <a:p>
            <a:r>
              <a:rPr lang="en-US" sz="2000" dirty="0" smtClean="0"/>
              <a:t>Literature survey</a:t>
            </a:r>
          </a:p>
          <a:p>
            <a:r>
              <a:rPr lang="en-US" sz="2000" dirty="0" smtClean="0"/>
              <a:t>Principle</a:t>
            </a:r>
          </a:p>
          <a:p>
            <a:r>
              <a:rPr lang="en-US" sz="2000" dirty="0" smtClean="0"/>
              <a:t>Construction</a:t>
            </a:r>
          </a:p>
          <a:p>
            <a:r>
              <a:rPr lang="en-US" sz="2000" dirty="0" smtClean="0"/>
              <a:t>Working</a:t>
            </a:r>
          </a:p>
          <a:p>
            <a:r>
              <a:rPr lang="en-US" sz="2000" dirty="0" smtClean="0"/>
              <a:t>Applications</a:t>
            </a:r>
          </a:p>
          <a:p>
            <a:r>
              <a:rPr lang="en-US" sz="2000" dirty="0" smtClean="0"/>
              <a:t>Advantages</a:t>
            </a:r>
          </a:p>
          <a:p>
            <a:r>
              <a:rPr lang="en-US" sz="2000" dirty="0" smtClean="0"/>
              <a:t>Conclusion </a:t>
            </a:r>
          </a:p>
          <a:p>
            <a:r>
              <a:rPr lang="en-US" sz="2000" dirty="0" smtClean="0"/>
              <a:t>References</a:t>
            </a:r>
          </a:p>
          <a:p>
            <a:endParaRPr lang="en-US" sz="2000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555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dirty="0" smtClean="0">
                <a:solidFill>
                  <a:schemeClr val="bg2">
                    <a:lumMod val="50000"/>
                  </a:schemeClr>
                </a:solidFill>
              </a:rPr>
              <a:t>introduction</a:t>
            </a:r>
            <a:endParaRPr lang="en-US" sz="4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701478"/>
            <a:ext cx="9905999" cy="4089723"/>
          </a:xfrm>
        </p:spPr>
        <p:txBody>
          <a:bodyPr>
            <a:noAutofit/>
          </a:bodyPr>
          <a:lstStyle/>
          <a:p>
            <a:r>
              <a:rPr lang="en-US" sz="2600" dirty="0"/>
              <a:t>Man has need and used energy at an increasing rate for his sustenance and well-being ever since he came on the earth a few million years ago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Due to this a lot of energy resources have been exhausted and wasted</a:t>
            </a:r>
            <a:r>
              <a:rPr lang="en-US" sz="2600" dirty="0" smtClean="0"/>
              <a:t>.</a:t>
            </a:r>
          </a:p>
          <a:p>
            <a:pPr marL="0" indent="0">
              <a:buNone/>
            </a:pPr>
            <a:endParaRPr lang="en-US" sz="2600" dirty="0" smtClean="0"/>
          </a:p>
          <a:p>
            <a:endParaRPr lang="en-US" sz="26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50" y="3746339"/>
            <a:ext cx="3450635" cy="23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649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203767" y="497711"/>
            <a:ext cx="946809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Proposal </a:t>
            </a:r>
            <a:r>
              <a:rPr lang="en-US" sz="2800" dirty="0"/>
              <a:t>for the utilization of waste energy </a:t>
            </a:r>
            <a:r>
              <a:rPr lang="en-US" sz="2800" dirty="0" smtClean="0"/>
              <a:t>from </a:t>
            </a:r>
            <a:r>
              <a:rPr lang="en-US" sz="2800" dirty="0"/>
              <a:t>human locomotion is very much </a:t>
            </a:r>
            <a:r>
              <a:rPr lang="en-US" sz="2800" dirty="0" smtClean="0"/>
              <a:t>relevant. </a:t>
            </a:r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whole human/ bio-energy being wasted if it can be made possible for utilization it will be great invention and crowd energy farms will be very useful energy sources in crowded </a:t>
            </a:r>
            <a:r>
              <a:rPr lang="en-US" sz="2800" dirty="0" smtClean="0"/>
              <a:t>countries.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75" y="4027991"/>
            <a:ext cx="5544273" cy="225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5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50000"/>
                  </a:schemeClr>
                </a:solidFill>
              </a:rPr>
              <a:t>Literature survey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idea has been put into practice on a small scale by a diligent engineer Mrunal Tulankar.The building engineer has developed a flooring system in which pressure exerted by a person walking on the floor helps generate electricity. 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One sample of the energy floor was installed at Nagpur Railway </a:t>
            </a:r>
            <a:r>
              <a:rPr lang="en-US" dirty="0" err="1" smtClean="0"/>
              <a:t>Station.His</a:t>
            </a:r>
            <a:r>
              <a:rPr lang="en-US" dirty="0" smtClean="0"/>
              <a:t> </a:t>
            </a:r>
            <a:r>
              <a:rPr lang="en-US" dirty="0"/>
              <a:t>experiment was to light up four 25W LED bulbs from 6pm to 6am</a:t>
            </a:r>
          </a:p>
        </p:txBody>
      </p:sp>
    </p:spTree>
    <p:extLst>
      <p:ext uri="{BB962C8B-B14F-4D97-AF65-F5344CB8AC3E}">
        <p14:creationId xmlns:p14="http://schemas.microsoft.com/office/powerpoint/2010/main" val="3069132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dirty="0" smtClean="0">
                <a:solidFill>
                  <a:schemeClr val="bg2">
                    <a:lumMod val="75000"/>
                  </a:schemeClr>
                </a:solidFill>
              </a:rPr>
              <a:t>principle</a:t>
            </a:r>
            <a:endParaRPr lang="en-US" sz="44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54137" y="1664302"/>
            <a:ext cx="9905999" cy="8216003"/>
          </a:xfrm>
        </p:spPr>
        <p:txBody>
          <a:bodyPr/>
          <a:lstStyle/>
          <a:p>
            <a:r>
              <a:rPr lang="en-US" dirty="0"/>
              <a:t>In this project we are generating electrical power as non-conventional method by simply walking or running</a:t>
            </a:r>
            <a:r>
              <a:rPr lang="en-US" dirty="0" smtClean="0"/>
              <a:t>.</a:t>
            </a:r>
          </a:p>
          <a:p>
            <a:r>
              <a:rPr lang="en-US" dirty="0" smtClean="0"/>
              <a:t>Converting </a:t>
            </a:r>
            <a:r>
              <a:rPr lang="en-US" dirty="0"/>
              <a:t>mechanical energy into </a:t>
            </a:r>
            <a:r>
              <a:rPr lang="en-US" dirty="0" smtClean="0"/>
              <a:t> </a:t>
            </a:r>
            <a:r>
              <a:rPr lang="en-US" dirty="0"/>
              <a:t>electrical energy</a:t>
            </a:r>
            <a:r>
              <a:rPr lang="en-US" dirty="0" smtClean="0"/>
              <a:t>.</a:t>
            </a:r>
          </a:p>
          <a:p>
            <a:r>
              <a:rPr lang="en-US" dirty="0" smtClean="0"/>
              <a:t>Here the mechanical energy is Stress or Pressure energy</a:t>
            </a:r>
            <a:r>
              <a:rPr lang="en-US" sz="1800" dirty="0" smtClean="0"/>
              <a:t>.</a:t>
            </a:r>
          </a:p>
          <a:p>
            <a:endParaRPr lang="en-US" sz="1800" dirty="0" smtClean="0"/>
          </a:p>
          <a:p>
            <a:endParaRPr lang="en-US" sz="1800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AutoShape 4" descr="Foot Step Power Generation System Using Electronic Device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805" y="3877519"/>
            <a:ext cx="5213088" cy="285316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720" y="3877519"/>
            <a:ext cx="4160474" cy="264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877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construction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6365" y="1632030"/>
            <a:ext cx="9896354" cy="522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32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150472"/>
            <a:ext cx="9905998" cy="775503"/>
          </a:xfrm>
        </p:spPr>
        <p:txBody>
          <a:bodyPr/>
          <a:lstStyle/>
          <a:p>
            <a:r>
              <a:rPr lang="en-US" dirty="0" smtClean="0"/>
              <a:t>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work FLOW DIAGRAM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44" y="752355"/>
            <a:ext cx="11609408" cy="6105645"/>
          </a:xfr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3256" y="2811443"/>
            <a:ext cx="1121761" cy="99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462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WORKING STEP BY STEP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 </a:t>
            </a:r>
            <a:r>
              <a:rPr lang="en-US" u="sng" dirty="0" smtClean="0"/>
              <a:t>WALKING ON THE SLAB </a:t>
            </a:r>
          </a:p>
          <a:p>
            <a:r>
              <a:rPr lang="en-US" dirty="0" smtClean="0"/>
              <a:t>First of, walking or running on the slab creates stress energy on the slab which can be assumed as mechanical work.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856" y="4020344"/>
            <a:ext cx="3138307" cy="216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0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 </a:t>
            </a:r>
            <a:r>
              <a:rPr lang="en-US" sz="3200" dirty="0" smtClean="0"/>
              <a:t>                      </a:t>
            </a:r>
            <a:r>
              <a:rPr lang="en-US" sz="3200" dirty="0" smtClean="0">
                <a:solidFill>
                  <a:schemeClr val="bg2">
                    <a:lumMod val="75000"/>
                  </a:schemeClr>
                </a:solidFill>
              </a:rPr>
              <a:t>SPRING AND SPINDLE  SYSTEM </a:t>
            </a:r>
            <a:endParaRPr lang="en-US" sz="32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Spring system in this project allows the slab to regain its original position so that the generation cycle can be repeated.</a:t>
            </a:r>
          </a:p>
          <a:p>
            <a:pPr marL="0" indent="0">
              <a:buNone/>
            </a:pP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361" y="3646026"/>
            <a:ext cx="3912242" cy="274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184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PIEZO – ELECTRIC TRANSDUCER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It is a material that senses the mechanical stress and also has the capability of converting that  energy into electrical energy (nearly of 20 watts)</a:t>
            </a:r>
          </a:p>
          <a:p>
            <a:r>
              <a:rPr lang="en-US" dirty="0" smtClean="0"/>
              <a:t>Here the piezo electric is used to </a:t>
            </a:r>
            <a:r>
              <a:rPr lang="en-US" u="sng" dirty="0" smtClean="0"/>
              <a:t>sense the force  </a:t>
            </a:r>
            <a:r>
              <a:rPr lang="en-US" dirty="0" smtClean="0"/>
              <a:t>and just add up some voltage to the main generation.</a:t>
            </a:r>
          </a:p>
          <a:p>
            <a:r>
              <a:rPr lang="en-US" dirty="0" smtClean="0"/>
              <a:t>For </a:t>
            </a:r>
            <a:r>
              <a:rPr lang="en-US" u="sng" dirty="0" smtClean="0"/>
              <a:t>small scale generation </a:t>
            </a:r>
            <a:r>
              <a:rPr lang="en-US" dirty="0" smtClean="0"/>
              <a:t>, using the piezo-electric material is just enough to charge anything nearly consuming 20-30 W.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315" y="47148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64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449422" cy="805168"/>
          </a:xfrm>
        </p:spPr>
        <p:txBody>
          <a:bodyPr>
            <a:normAutofit/>
          </a:bodyPr>
          <a:lstStyle/>
          <a:p>
            <a:r>
              <a:rPr lang="en-US" dirty="0" smtClean="0"/>
              <a:t>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piezo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-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electric material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2" y="1319514"/>
            <a:ext cx="9905999" cy="447168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The material that we </a:t>
            </a:r>
            <a:r>
              <a:rPr lang="en-US" dirty="0" smtClean="0"/>
              <a:t>can use as </a:t>
            </a:r>
            <a:r>
              <a:rPr lang="en-US" dirty="0" smtClean="0"/>
              <a:t>piezo-electric is </a:t>
            </a:r>
            <a:r>
              <a:rPr lang="en-US" u="sng" dirty="0" smtClean="0"/>
              <a:t>Quartz</a:t>
            </a:r>
            <a:r>
              <a:rPr lang="en-US" dirty="0" smtClean="0"/>
              <a:t> .</a:t>
            </a:r>
          </a:p>
          <a:p>
            <a:pPr marL="0" indent="0">
              <a:buNone/>
            </a:pPr>
            <a:r>
              <a:rPr lang="en-US" dirty="0" smtClean="0"/>
              <a:t>Quartz crystals offer superior quality and stability.</a:t>
            </a:r>
          </a:p>
          <a:p>
            <a:pPr marL="0" indent="0">
              <a:buNone/>
            </a:pPr>
            <a:r>
              <a:rPr lang="en-US" dirty="0" smtClean="0"/>
              <a:t>These materials are not very expensive costing around Rs.60-70 for a single piece which makes the overall technology cost-effective.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599" y="4524376"/>
            <a:ext cx="3609975" cy="126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189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r>
              <a:rPr lang="en-US" dirty="0" smtClean="0"/>
              <a:t>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Ac dynamo  and generation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spindle from the spring rotates the shaft that powers the AC Dynamo 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which produces an AC current.</a:t>
            </a:r>
          </a:p>
          <a:p>
            <a:r>
              <a:rPr lang="en-US" dirty="0" smtClean="0"/>
              <a:t>The  ac current is converted to dc by the application of commutator that  is attached to the generator.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23" y="4148860"/>
            <a:ext cx="43434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32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INVERTER AND LOAD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285750" indent="-285750"/>
            <a:r>
              <a:rPr lang="en-US" dirty="0"/>
              <a:t>Next the electrical energy is stored in a battery with an uninterrupted power supply using an inverter.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The inverter </a:t>
            </a:r>
            <a:r>
              <a:rPr lang="en-US" dirty="0" smtClean="0"/>
              <a:t>converts the d.c from the from the battery to a.c</a:t>
            </a:r>
            <a:r>
              <a:rPr lang="en-US" dirty="0"/>
              <a:t> </a:t>
            </a:r>
            <a:r>
              <a:rPr lang="en-US" dirty="0" smtClean="0"/>
              <a:t>to supply to the load.</a:t>
            </a:r>
            <a:endParaRPr lang="en-US" dirty="0" smtClean="0"/>
          </a:p>
          <a:p>
            <a:pPr marL="285750" indent="-285750"/>
            <a:r>
              <a:rPr lang="en-US" dirty="0" smtClean="0"/>
              <a:t>This generates energy upto 150-200V which is more than enough to light the street lights.</a:t>
            </a:r>
          </a:p>
          <a:p>
            <a:pPr marL="285750" indent="-285750"/>
            <a:endParaRPr lang="en-US" dirty="0"/>
          </a:p>
          <a:p>
            <a:pPr marL="285750" indent="-285750"/>
            <a:r>
              <a:rPr lang="en-US" u="sng" dirty="0"/>
              <a:t>If we use LED’s to light the load this technology becomes even more efficient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47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Microcontroller and control system 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micro-controller is an integral part in any </a:t>
            </a:r>
            <a:r>
              <a:rPr lang="en-US" dirty="0" smtClean="0"/>
              <a:t>elctronic </a:t>
            </a:r>
            <a:r>
              <a:rPr lang="en-US" dirty="0" smtClean="0"/>
              <a:t>device.</a:t>
            </a:r>
          </a:p>
          <a:p>
            <a:r>
              <a:rPr lang="en-US" dirty="0" smtClean="0"/>
              <a:t>Data like amount power consumption , networking of the </a:t>
            </a:r>
            <a:r>
              <a:rPr lang="en-US" dirty="0" smtClean="0"/>
              <a:t>the</a:t>
            </a:r>
            <a:r>
              <a:rPr lang="en-US" dirty="0" smtClean="0"/>
              <a:t> circuit etc. can be fed to the microcontroller which processes and makes the changes.</a:t>
            </a:r>
          </a:p>
          <a:p>
            <a:r>
              <a:rPr lang="en-US" dirty="0" smtClean="0"/>
              <a:t>This improves the regulation of this technology and keeps it up to date.</a:t>
            </a:r>
          </a:p>
          <a:p>
            <a:r>
              <a:rPr lang="en-US" dirty="0" smtClean="0"/>
              <a:t>Any changes to the bigger part of the system can be done in the control systems and hence this automates the technology and saves time and labour.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04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9757" y="76436"/>
            <a:ext cx="9905998" cy="1478570"/>
          </a:xfrm>
        </p:spPr>
        <p:txBody>
          <a:bodyPr/>
          <a:lstStyle/>
          <a:p>
            <a:r>
              <a:rPr lang="en-US" dirty="0" smtClean="0"/>
              <a:t>        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applications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068" y="1555006"/>
            <a:ext cx="9905999" cy="445225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Footstep power generation system have many applications, but some of them are given below</a:t>
            </a:r>
            <a:r>
              <a:rPr lang="en-US" dirty="0" smtClean="0"/>
              <a:t>:</a:t>
            </a:r>
          </a:p>
          <a:p>
            <a:pPr marL="0" indent="0">
              <a:buNone/>
            </a:pPr>
            <a:r>
              <a:rPr lang="en-US" dirty="0" smtClean="0"/>
              <a:t>The Slab flooring can be done on flat floors, staircase etc.</a:t>
            </a:r>
          </a:p>
          <a:p>
            <a:r>
              <a:rPr lang="en-US" dirty="0" smtClean="0"/>
              <a:t>Mobile </a:t>
            </a:r>
            <a:r>
              <a:rPr lang="en-US" dirty="0"/>
              <a:t>Charging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Street </a:t>
            </a:r>
            <a:r>
              <a:rPr lang="en-US" dirty="0" smtClean="0"/>
              <a:t>Lighting</a:t>
            </a:r>
          </a:p>
          <a:p>
            <a:r>
              <a:rPr lang="en-US" dirty="0" smtClean="0"/>
              <a:t> Bus station lighting </a:t>
            </a:r>
          </a:p>
          <a:p>
            <a:r>
              <a:rPr lang="en-US" dirty="0" smtClean="0"/>
              <a:t> </a:t>
            </a:r>
            <a:r>
              <a:rPr lang="en-US" dirty="0"/>
              <a:t>Emergency power failure stations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Colleges. </a:t>
            </a:r>
            <a:endParaRPr lang="en-US" dirty="0" smtClean="0"/>
          </a:p>
          <a:p>
            <a:r>
              <a:rPr lang="en-US" dirty="0" smtClean="0"/>
              <a:t> </a:t>
            </a:r>
            <a:r>
              <a:rPr lang="en-US" dirty="0"/>
              <a:t>Schools. </a:t>
            </a:r>
            <a:endParaRPr lang="en-US" dirty="0" smtClean="0"/>
          </a:p>
          <a:p>
            <a:r>
              <a:rPr lang="en-US" dirty="0" smtClean="0"/>
              <a:t>Shopping </a:t>
            </a:r>
            <a:r>
              <a:rPr lang="en-US" dirty="0"/>
              <a:t>complex</a:t>
            </a:r>
          </a:p>
        </p:txBody>
      </p:sp>
    </p:spTree>
    <p:extLst>
      <p:ext uri="{BB962C8B-B14F-4D97-AF65-F5344CB8AC3E}">
        <p14:creationId xmlns:p14="http://schemas.microsoft.com/office/powerpoint/2010/main" val="31269237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         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advantages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Simply walking on the step </a:t>
            </a:r>
            <a:r>
              <a:rPr lang="en-US" b="1" dirty="0" smtClean="0"/>
              <a:t> </a:t>
            </a:r>
            <a:r>
              <a:rPr lang="en-US" b="1" dirty="0"/>
              <a:t>generates power.</a:t>
            </a:r>
            <a:r>
              <a:rPr lang="en-US" dirty="0"/>
              <a:t> </a:t>
            </a:r>
            <a:endParaRPr lang="en-US" dirty="0" smtClean="0"/>
          </a:p>
          <a:p>
            <a:r>
              <a:rPr lang="en-US" dirty="0"/>
              <a:t> No need </a:t>
            </a:r>
            <a:r>
              <a:rPr lang="en-US" dirty="0" smtClean="0"/>
              <a:t>of fuel </a:t>
            </a:r>
            <a:r>
              <a:rPr lang="en-US" dirty="0"/>
              <a:t>input</a:t>
            </a:r>
            <a:r>
              <a:rPr lang="en-US" dirty="0" smtClean="0"/>
              <a:t>.</a:t>
            </a:r>
          </a:p>
          <a:p>
            <a:r>
              <a:rPr lang="en-US" dirty="0"/>
              <a:t>This is a Non-conventional system. </a:t>
            </a:r>
            <a:endParaRPr lang="en-US" dirty="0" smtClean="0"/>
          </a:p>
          <a:p>
            <a:r>
              <a:rPr lang="en-US" dirty="0" smtClean="0"/>
              <a:t>Eco-friendly since there is no pollution.</a:t>
            </a:r>
          </a:p>
          <a:p>
            <a:r>
              <a:rPr lang="en-US" dirty="0" smtClean="0"/>
              <a:t>Once installed can be used for long time without maintanence.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216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chemeClr val="bg2">
                    <a:lumMod val="50000"/>
                  </a:schemeClr>
                </a:solidFill>
              </a:rPr>
              <a:t>Conclusion 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Mechanical energy of the human population has potential to generate power and need to be explored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n-US" dirty="0"/>
              <a:t>Walking is one of the most basic inevitable function of life and generating the necessary mechanical energy needs no extra </a:t>
            </a:r>
            <a:r>
              <a:rPr lang="en-US" dirty="0" smtClean="0"/>
              <a:t>effort</a:t>
            </a:r>
          </a:p>
          <a:p>
            <a:r>
              <a:rPr lang="en-US" dirty="0"/>
              <a:t>From above conclusions it is clear that this idea is worth for investment and execution.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016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references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http://</a:t>
            </a:r>
            <a:r>
              <a:rPr lang="en-US" dirty="0" smtClean="0"/>
              <a:t>www.google.com</a:t>
            </a:r>
          </a:p>
          <a:p>
            <a:r>
              <a:rPr lang="en-US" dirty="0" smtClean="0"/>
              <a:t>http</a:t>
            </a:r>
            <a:r>
              <a:rPr lang="en-US" dirty="0"/>
              <a:t>://www.quora.com</a:t>
            </a:r>
          </a:p>
          <a:p>
            <a:r>
              <a:rPr lang="en-US" dirty="0"/>
              <a:t>http://www.jneuroengrehab.com</a:t>
            </a:r>
          </a:p>
          <a:p>
            <a:r>
              <a:rPr lang="en-US" dirty="0"/>
              <a:t>EUROPEAN SCIENTIFIC JOURNAL-2018 EDITON</a:t>
            </a:r>
          </a:p>
          <a:p>
            <a:r>
              <a:rPr lang="en-US" dirty="0"/>
              <a:t>http://www.worldscientific.com</a:t>
            </a:r>
          </a:p>
          <a:p>
            <a:r>
              <a:rPr lang="en-US" dirty="0"/>
              <a:t>http://www.researchget.net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6767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46966" y="2789498"/>
            <a:ext cx="508128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tx1">
                    <a:lumMod val="95000"/>
                  </a:schemeClr>
                </a:solidFill>
                <a:latin typeface="Times New Roman" pitchFamily="18" charset="0"/>
                <a:cs typeface="Times New Roman" pitchFamily="18" charset="0"/>
              </a:rPr>
              <a:t>Thank You</a:t>
            </a:r>
            <a:endParaRPr lang="en-US" sz="6000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858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10394</TotalTime>
  <Words>785</Words>
  <Application>Microsoft Office PowerPoint</Application>
  <PresentationFormat>Widescreen</PresentationFormat>
  <Paragraphs>100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Times New Roman</vt:lpstr>
      <vt:lpstr>Trebuchet MS</vt:lpstr>
      <vt:lpstr>Tw Cen MT</vt:lpstr>
      <vt:lpstr>Circuit</vt:lpstr>
      <vt:lpstr>PowerPoint Presentation</vt:lpstr>
      <vt:lpstr>agenda</vt:lpstr>
      <vt:lpstr>introduction</vt:lpstr>
      <vt:lpstr>PowerPoint Presentation</vt:lpstr>
      <vt:lpstr>Literature survey</vt:lpstr>
      <vt:lpstr>principle</vt:lpstr>
      <vt:lpstr>construction</vt:lpstr>
      <vt:lpstr>                work FLOW DIAGRAM</vt:lpstr>
      <vt:lpstr>                 WORKING STEP BY STEP</vt:lpstr>
      <vt:lpstr>                       SPRING AND SPINDLE  SYSTEM </vt:lpstr>
      <vt:lpstr>              PIEZO – ELECTRIC TRANSDUCER</vt:lpstr>
      <vt:lpstr>                  piezo-electric material</vt:lpstr>
      <vt:lpstr>          Ac dynamo  and generation</vt:lpstr>
      <vt:lpstr>                 INVERTER AND LOAD </vt:lpstr>
      <vt:lpstr>      Microcontroller and control system </vt:lpstr>
      <vt:lpstr>                          applications</vt:lpstr>
      <vt:lpstr>                           advantages</vt:lpstr>
      <vt:lpstr>Conclusion 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HUMANOID MOVEMENT (Q.P.Q) ENERGY GENERATION</dc:title>
  <dc:creator>Huzaifa</dc:creator>
  <cp:lastModifiedBy>Huzaifa</cp:lastModifiedBy>
  <cp:revision>42</cp:revision>
  <dcterms:created xsi:type="dcterms:W3CDTF">2022-01-08T04:27:49Z</dcterms:created>
  <dcterms:modified xsi:type="dcterms:W3CDTF">2022-05-14T02:32:45Z</dcterms:modified>
</cp:coreProperties>
</file>