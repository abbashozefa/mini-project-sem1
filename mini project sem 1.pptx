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7" r:id="rId9"/>
    <p:sldId id="268" r:id="rId10"/>
    <p:sldId id="269" r:id="rId11"/>
    <p:sldId id="270" r:id="rId12"/>
    <p:sldId id="272" r:id="rId13"/>
    <p:sldId id="273" r:id="rId14"/>
    <p:sldId id="262" r:id="rId15"/>
    <p:sldId id="26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5" autoAdjust="0"/>
    <p:restoredTop sz="95179" autoAdjust="0"/>
  </p:normalViewPr>
  <p:slideViewPr>
    <p:cSldViewPr snapToGrid="0">
      <p:cViewPr varScale="1">
        <p:scale>
          <a:sx n="82" d="100"/>
          <a:sy n="82" d="100"/>
        </p:scale>
        <p:origin x="180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3/5/2022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3/5/2022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3/5/2022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3/5/2022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3/5/2022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3/5/2022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78589" y="1412295"/>
            <a:ext cx="8791575" cy="2323364"/>
          </a:xfrm>
        </p:spPr>
        <p:txBody>
          <a:bodyPr>
            <a:normAutofit/>
          </a:bodyPr>
          <a:lstStyle/>
          <a:p>
            <a:r>
              <a:rPr lang="en-US" sz="5400" b="1" dirty="0" smtClean="0"/>
              <a:t>HUMANOID MOVEMENT (Q.P.Q) ENERGY GENERATION</a:t>
            </a:r>
            <a:endParaRPr lang="en-US" sz="54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92267" y="4148448"/>
            <a:ext cx="8791575" cy="1655762"/>
          </a:xfrm>
        </p:spPr>
        <p:txBody>
          <a:bodyPr/>
          <a:lstStyle/>
          <a:p>
            <a:r>
              <a:rPr lang="en-US" dirty="0" smtClean="0"/>
              <a:t>                                                     by siddhant , sanjal, amrutha and abbas         </a:t>
            </a:r>
          </a:p>
          <a:p>
            <a:r>
              <a:rPr lang="en-US" dirty="0"/>
              <a:t> </a:t>
            </a:r>
            <a:r>
              <a:rPr lang="en-US" dirty="0" smtClean="0"/>
              <a:t>                                                                                                                                                                           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63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 smtClean="0"/>
              <a:t>                        </a:t>
            </a:r>
            <a:r>
              <a:rPr lang="en-US" sz="4000" dirty="0" smtClean="0">
                <a:solidFill>
                  <a:schemeClr val="bg2">
                    <a:lumMod val="50000"/>
                  </a:schemeClr>
                </a:solidFill>
              </a:rPr>
              <a:t>introduction</a:t>
            </a:r>
            <a:endParaRPr lang="en-US" sz="4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701478"/>
            <a:ext cx="9905999" cy="4089723"/>
          </a:xfrm>
        </p:spPr>
        <p:txBody>
          <a:bodyPr>
            <a:noAutofit/>
          </a:bodyPr>
          <a:lstStyle/>
          <a:p>
            <a:r>
              <a:rPr lang="en-US" sz="2600" dirty="0"/>
              <a:t>Man has need and used energy at an increasing rate for his sustenance and well-being ever since he came on the earth a few million years ago</a:t>
            </a:r>
            <a:r>
              <a:rPr lang="en-US" sz="2600" dirty="0" smtClean="0"/>
              <a:t>.</a:t>
            </a:r>
          </a:p>
          <a:p>
            <a:r>
              <a:rPr lang="en-US" sz="2600" dirty="0" smtClean="0"/>
              <a:t> </a:t>
            </a:r>
            <a:r>
              <a:rPr lang="en-US" sz="2600" dirty="0"/>
              <a:t>Due to this a lot of energy resources have been exhausted and wasted</a:t>
            </a:r>
            <a:r>
              <a:rPr lang="en-US" sz="2600" dirty="0" smtClean="0"/>
              <a:t>.</a:t>
            </a:r>
          </a:p>
          <a:p>
            <a:pPr marL="0" indent="0">
              <a:buNone/>
            </a:pPr>
            <a:endParaRPr lang="en-US" sz="2600" dirty="0" smtClean="0"/>
          </a:p>
          <a:p>
            <a:endParaRPr lang="en-US" sz="26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350" y="3746339"/>
            <a:ext cx="3450635" cy="23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649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203767" y="497711"/>
            <a:ext cx="9468091" cy="754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 smtClean="0"/>
              <a:t>Proposal </a:t>
            </a:r>
            <a:r>
              <a:rPr lang="en-US" sz="3000" dirty="0"/>
              <a:t>for the utilization of waste energy </a:t>
            </a:r>
            <a:r>
              <a:rPr lang="en-US" sz="3000" dirty="0" smtClean="0"/>
              <a:t>from </a:t>
            </a:r>
            <a:r>
              <a:rPr lang="en-US" sz="3000" dirty="0"/>
              <a:t>human locomotion is very much </a:t>
            </a:r>
            <a:r>
              <a:rPr lang="en-US" sz="3000" dirty="0" smtClean="0"/>
              <a:t>relevant.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 smtClean="0"/>
              <a:t>It is important </a:t>
            </a:r>
            <a:r>
              <a:rPr lang="en-US" sz="3000" dirty="0"/>
              <a:t>for highly populated countries like India </a:t>
            </a:r>
            <a:r>
              <a:rPr lang="en-US" sz="3000" dirty="0" smtClean="0"/>
              <a:t>where </a:t>
            </a:r>
            <a:r>
              <a:rPr lang="en-US" sz="3000" dirty="0"/>
              <a:t>the roads, railway stations, bus stands, temples, etc. are all over crowded and millions of people move around the clock</a:t>
            </a:r>
            <a:r>
              <a:rPr lang="en-US" sz="30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/>
              <a:t>This whole human/ bio-energy being wasted if it can be made possible for utilization it will be great invention and crowd energy farms will be very useful energy sources in crowded </a:t>
            </a:r>
            <a:r>
              <a:rPr lang="en-US" sz="3000" dirty="0" smtClean="0"/>
              <a:t>countries.</a:t>
            </a:r>
            <a:endParaRPr lang="en-US" sz="3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94752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             </a:t>
            </a:r>
            <a:r>
              <a:rPr lang="en-US" sz="4400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principle</a:t>
            </a:r>
            <a:endParaRPr lang="en-US" sz="4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54137" y="1664302"/>
            <a:ext cx="9905999" cy="8216003"/>
          </a:xfrm>
        </p:spPr>
        <p:txBody>
          <a:bodyPr/>
          <a:lstStyle/>
          <a:p>
            <a:r>
              <a:rPr lang="en-US" dirty="0"/>
              <a:t>In this project we are generating electrical power as non-conventional method by simply walking or running</a:t>
            </a:r>
            <a:r>
              <a:rPr lang="en-US" dirty="0" smtClean="0"/>
              <a:t>.</a:t>
            </a:r>
          </a:p>
          <a:p>
            <a:r>
              <a:rPr lang="en-US" dirty="0" smtClean="0"/>
              <a:t>Converting </a:t>
            </a:r>
            <a:r>
              <a:rPr lang="en-US" dirty="0"/>
              <a:t>mechanical energy into the electrical energy</a:t>
            </a:r>
            <a:r>
              <a:rPr lang="en-US" dirty="0" smtClean="0"/>
              <a:t>.</a:t>
            </a:r>
          </a:p>
          <a:p>
            <a:r>
              <a:rPr lang="en-US" dirty="0" smtClean="0"/>
              <a:t>Here the mechanical energy is Stress or Pressure energy</a:t>
            </a:r>
            <a:r>
              <a:rPr lang="en-US" sz="1800" dirty="0" smtClean="0"/>
              <a:t>.</a:t>
            </a:r>
          </a:p>
          <a:p>
            <a:endParaRPr lang="en-US" sz="1800" dirty="0" smtClean="0"/>
          </a:p>
          <a:p>
            <a:endParaRPr lang="en-US" sz="1800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AutoShape 4" descr="Foot Step Power Generation System Using Electronic Devic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805" y="3877519"/>
            <a:ext cx="5213088" cy="285316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1720" y="3877519"/>
            <a:ext cx="4160474" cy="2645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877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 smtClean="0"/>
              <a:t>                        construction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6365" y="1632030"/>
            <a:ext cx="9896354" cy="5225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532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150472"/>
            <a:ext cx="9905998" cy="775503"/>
          </a:xfrm>
        </p:spPr>
        <p:txBody>
          <a:bodyPr/>
          <a:lstStyle/>
          <a:p>
            <a:r>
              <a:rPr lang="en-US" dirty="0" smtClean="0"/>
              <a:t>                </a:t>
            </a:r>
            <a:r>
              <a:rPr lang="en-US" dirty="0" smtClean="0"/>
              <a:t>work FLOW DIAGRAM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344" y="752355"/>
            <a:ext cx="11609408" cy="6105645"/>
          </a:xfr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3256" y="2811443"/>
            <a:ext cx="1121761" cy="993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462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 WORKING STEP BY STEP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u="sng" dirty="0" smtClean="0"/>
              <a:t>WALKING ON THE SLAB </a:t>
            </a:r>
          </a:p>
          <a:p>
            <a:r>
              <a:rPr lang="en-US" dirty="0" smtClean="0"/>
              <a:t>First of, walking or running on the slab creates stress energy on the slab which can be assumed as mechanical work.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4856" y="4020344"/>
            <a:ext cx="3138307" cy="2166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0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 </a:t>
            </a:r>
            <a:r>
              <a:rPr lang="en-US" sz="3200" dirty="0" smtClean="0"/>
              <a:t>                      SPRING AND SPINDLE  SYSTEM 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Spring system in this project allows the slab to regain its original position so that the generation cycle can be repeated.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184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PIEZO – ELECTRIC TRANSDUCER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is a material that senses the mechanical stress and also has the capability of converting that  energy into electrical energy (nearly of 20 watts)</a:t>
            </a:r>
          </a:p>
          <a:p>
            <a:r>
              <a:rPr lang="en-US" dirty="0" smtClean="0"/>
              <a:t>Here the </a:t>
            </a:r>
            <a:r>
              <a:rPr lang="en-US" dirty="0" err="1" smtClean="0"/>
              <a:t>piezo</a:t>
            </a:r>
            <a:r>
              <a:rPr lang="en-US" dirty="0" smtClean="0"/>
              <a:t> electric is used to </a:t>
            </a:r>
            <a:r>
              <a:rPr lang="en-US" u="sng" dirty="0" smtClean="0"/>
              <a:t>sense the force  </a:t>
            </a:r>
            <a:r>
              <a:rPr lang="en-US" dirty="0" smtClean="0"/>
              <a:t>and just add up some voltage to the main generation.</a:t>
            </a:r>
          </a:p>
          <a:p>
            <a:r>
              <a:rPr lang="en-US" dirty="0" smtClean="0"/>
              <a:t>For </a:t>
            </a:r>
            <a:r>
              <a:rPr lang="en-US" u="sng" dirty="0" smtClean="0"/>
              <a:t>small scale generation </a:t>
            </a:r>
            <a:r>
              <a:rPr lang="en-US" dirty="0" smtClean="0"/>
              <a:t>, using the </a:t>
            </a:r>
            <a:r>
              <a:rPr lang="en-US" dirty="0" err="1" smtClean="0"/>
              <a:t>piezo</a:t>
            </a:r>
            <a:r>
              <a:rPr lang="en-US" dirty="0" smtClean="0"/>
              <a:t>-electric material is just enough to charge anything nearly consuming 20-30 W.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0315" y="4714875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664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449422" cy="805168"/>
          </a:xfrm>
        </p:spPr>
        <p:txBody>
          <a:bodyPr>
            <a:normAutofit/>
          </a:bodyPr>
          <a:lstStyle/>
          <a:p>
            <a:r>
              <a:rPr lang="en-US" dirty="0" smtClean="0"/>
              <a:t>                    </a:t>
            </a:r>
            <a:r>
              <a:rPr lang="en-US" dirty="0" err="1" smtClean="0"/>
              <a:t>piezo</a:t>
            </a:r>
            <a:r>
              <a:rPr lang="en-US" dirty="0" smtClean="0"/>
              <a:t> electric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319514"/>
            <a:ext cx="9905999" cy="4471687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The material that we have used as </a:t>
            </a:r>
            <a:r>
              <a:rPr lang="en-US" dirty="0" err="1" smtClean="0"/>
              <a:t>piezo</a:t>
            </a:r>
            <a:r>
              <a:rPr lang="en-US" dirty="0" smtClean="0"/>
              <a:t>-electric is quartz .</a:t>
            </a:r>
          </a:p>
          <a:p>
            <a:pPr marL="0" indent="0">
              <a:buNone/>
            </a:pPr>
            <a:r>
              <a:rPr lang="en-US" dirty="0" smtClean="0"/>
              <a:t>Quartz crystals offer superior quality and stability</a:t>
            </a:r>
          </a:p>
          <a:p>
            <a:pPr marL="0" indent="0">
              <a:buNone/>
            </a:pPr>
            <a:r>
              <a:rPr lang="en-US" dirty="0" smtClean="0"/>
              <a:t>These materials are not very expensive costing around Rs.60-70 for a single piece which makes the overall technology cost-effective.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189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 smtClean="0"/>
              <a:t>         Ac dynamo  and generation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spindle from the spring rotates the shaft that powers the AC Dynamo 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which produces an AC current.</a:t>
            </a:r>
          </a:p>
          <a:p>
            <a:pPr marL="0" indent="0">
              <a:buNone/>
            </a:pPr>
            <a:r>
              <a:rPr lang="en-US" dirty="0" smtClean="0"/>
              <a:t>The  ac current is converted to dc by the application of </a:t>
            </a:r>
            <a:r>
              <a:rPr lang="en-US" dirty="0" err="1" smtClean="0"/>
              <a:t>commutator</a:t>
            </a:r>
            <a:r>
              <a:rPr lang="en-US" dirty="0" smtClean="0"/>
              <a:t> that  is attached to the generator.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923" y="4148860"/>
            <a:ext cx="4343400" cy="233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326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   INVERTER AND LOAD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285750" indent="-285750"/>
            <a:r>
              <a:rPr lang="en-US" dirty="0"/>
              <a:t>Next the electrical energy is stored in a battery with an uninterrupted power supply using an inverter.</a:t>
            </a:r>
          </a:p>
          <a:p>
            <a:pPr marL="285750" indent="-285750"/>
            <a:endParaRPr lang="en-US" dirty="0"/>
          </a:p>
          <a:p>
            <a:pPr marL="285750" indent="-285750"/>
            <a:r>
              <a:rPr lang="en-US" dirty="0"/>
              <a:t>The inverter is provided so that even though there is no mechanical work being done at night or anytime , the power supply is continuously made to the load.</a:t>
            </a:r>
          </a:p>
          <a:p>
            <a:pPr marL="285750" indent="-285750"/>
            <a:endParaRPr lang="en-US" dirty="0"/>
          </a:p>
          <a:p>
            <a:pPr marL="285750" indent="-285750"/>
            <a:r>
              <a:rPr lang="en-US" dirty="0"/>
              <a:t>This generates energy upto 150-200V which is more than enough to light the street lights.</a:t>
            </a:r>
          </a:p>
          <a:p>
            <a:pPr marL="285750" indent="-285750"/>
            <a:endParaRPr lang="en-US" dirty="0"/>
          </a:p>
          <a:p>
            <a:pPr marL="285750" indent="-285750"/>
            <a:r>
              <a:rPr lang="en-US" u="sng" dirty="0"/>
              <a:t>If we use LED’s to light the load this technology becomes even more efficient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347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0456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9757" y="76436"/>
            <a:ext cx="9905998" cy="1478570"/>
          </a:xfrm>
        </p:spPr>
        <p:txBody>
          <a:bodyPr/>
          <a:lstStyle/>
          <a:p>
            <a:r>
              <a:rPr lang="en-US" dirty="0" smtClean="0"/>
              <a:t>                          applications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3068" y="1555006"/>
            <a:ext cx="9905999" cy="445225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Footstep power generation system have many applications, but some of them are given below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 smtClean="0"/>
              <a:t>The Slab flooring can be done on flat floors, staircase etc.</a:t>
            </a:r>
          </a:p>
          <a:p>
            <a:r>
              <a:rPr lang="en-US" dirty="0" smtClean="0"/>
              <a:t>Mobile </a:t>
            </a:r>
            <a:r>
              <a:rPr lang="en-US" dirty="0"/>
              <a:t>Charging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Street </a:t>
            </a:r>
            <a:r>
              <a:rPr lang="en-US" dirty="0" smtClean="0"/>
              <a:t>Lighting</a:t>
            </a:r>
          </a:p>
          <a:p>
            <a:r>
              <a:rPr lang="en-US" dirty="0" smtClean="0"/>
              <a:t> Bus station lighting </a:t>
            </a:r>
          </a:p>
          <a:p>
            <a:r>
              <a:rPr lang="en-US" dirty="0" smtClean="0"/>
              <a:t> </a:t>
            </a:r>
            <a:r>
              <a:rPr lang="en-US" dirty="0"/>
              <a:t>Emergency power failure stations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Colleges.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Schools. </a:t>
            </a:r>
            <a:endParaRPr lang="en-US" dirty="0" smtClean="0"/>
          </a:p>
          <a:p>
            <a:r>
              <a:rPr lang="en-US" dirty="0" smtClean="0"/>
              <a:t>Shopping </a:t>
            </a:r>
            <a:r>
              <a:rPr lang="en-US" dirty="0"/>
              <a:t>complex</a:t>
            </a:r>
          </a:p>
        </p:txBody>
      </p:sp>
    </p:spTree>
    <p:extLst>
      <p:ext uri="{BB962C8B-B14F-4D97-AF65-F5344CB8AC3E}">
        <p14:creationId xmlns:p14="http://schemas.microsoft.com/office/powerpoint/2010/main" val="31269237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             advantages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Simply walking on the step </a:t>
            </a:r>
            <a:r>
              <a:rPr lang="en-US" b="1" dirty="0" smtClean="0"/>
              <a:t> </a:t>
            </a:r>
            <a:r>
              <a:rPr lang="en-US" b="1" dirty="0"/>
              <a:t>generates power.</a:t>
            </a:r>
            <a:r>
              <a:rPr lang="en-US" dirty="0"/>
              <a:t> </a:t>
            </a:r>
            <a:endParaRPr lang="en-US" dirty="0" smtClean="0"/>
          </a:p>
          <a:p>
            <a:r>
              <a:rPr lang="en-US" dirty="0"/>
              <a:t> No need fuel input</a:t>
            </a:r>
            <a:r>
              <a:rPr lang="en-US" dirty="0" smtClean="0"/>
              <a:t>.</a:t>
            </a:r>
          </a:p>
          <a:p>
            <a:r>
              <a:rPr lang="en-US" dirty="0"/>
              <a:t>This is a Non-conventional system. </a:t>
            </a:r>
            <a:endParaRPr lang="en-US" dirty="0" smtClean="0"/>
          </a:p>
          <a:p>
            <a:r>
              <a:rPr lang="en-US" dirty="0" smtClean="0"/>
              <a:t>Eco-friendly since there is no pollution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2161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10295</TotalTime>
  <Words>555</Words>
  <Application>Microsoft Office PowerPoint</Application>
  <PresentationFormat>Widescreen</PresentationFormat>
  <Paragraphs>64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Trebuchet MS</vt:lpstr>
      <vt:lpstr>Tw Cen MT</vt:lpstr>
      <vt:lpstr>Circuit</vt:lpstr>
      <vt:lpstr>HUMANOID MOVEMENT (Q.P.Q) ENERGY GENERATION</vt:lpstr>
      <vt:lpstr>                         introduction</vt:lpstr>
      <vt:lpstr>PowerPoint Presentation</vt:lpstr>
      <vt:lpstr>                           principle</vt:lpstr>
      <vt:lpstr>                         construction</vt:lpstr>
      <vt:lpstr>                work FLOW DIAGRAM</vt:lpstr>
      <vt:lpstr>               WORKING STEP BY STEP</vt:lpstr>
      <vt:lpstr>                       SPRING AND SPINDLE  SYSTEM </vt:lpstr>
      <vt:lpstr>              PIEZO – ELECTRIC TRANSDUCER</vt:lpstr>
      <vt:lpstr>                    piezo electric </vt:lpstr>
      <vt:lpstr>          Ac dynamo  and generation</vt:lpstr>
      <vt:lpstr>                 INVERTER AND LOAD </vt:lpstr>
      <vt:lpstr>PowerPoint Presentation</vt:lpstr>
      <vt:lpstr>                          applications</vt:lpstr>
      <vt:lpstr>                           advantages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HUMANOID MOVEMENT (Q.P.Q) ENERGY GENERATION</dc:title>
  <dc:creator>Huzaifa</dc:creator>
  <cp:lastModifiedBy>Huzaifa</cp:lastModifiedBy>
  <cp:revision>28</cp:revision>
  <dcterms:created xsi:type="dcterms:W3CDTF">2022-01-08T04:27:49Z</dcterms:created>
  <dcterms:modified xsi:type="dcterms:W3CDTF">2022-03-05T07:06:51Z</dcterms:modified>
</cp:coreProperties>
</file>