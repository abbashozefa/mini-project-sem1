
<file path=[Content_Types].xml><?xml version="1.0" encoding="utf-8"?>
<Types xmlns="http://schemas.openxmlformats.org/package/2006/content-types">
  <Default Extension="png" ContentType="image/png"/>
  <Default Extension="jpeg" ContentType="image/jpeg"/>
  <Default Extension="emf" ContentType="image/x-emf"/>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2"/>
    <p:sldId id="257" r:id="rId3"/>
    <p:sldId id="258" r:id="rId4"/>
    <p:sldId id="259" r:id="rId5"/>
    <p:sldId id="260" r:id="rId6"/>
    <p:sldId id="261" r:id="rId7"/>
    <p:sldId id="262" r:id="rId8"/>
    <p:sldId id="263"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985" autoAdjust="0"/>
    <p:restoredTop sz="95179" autoAdjust="0"/>
  </p:normalViewPr>
  <p:slideViewPr>
    <p:cSldViewPr snapToGrid="0">
      <p:cViewPr varScale="1">
        <p:scale>
          <a:sx n="82" d="100"/>
          <a:sy n="82" d="100"/>
        </p:scale>
        <p:origin x="180" y="60"/>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bg2">
                  <a:lumMod val="60000"/>
                  <a:lumOff val="4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smtClean="0"/>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48A87A34-81AB-432B-8DAE-1953F412C126}" type="datetimeFigureOut">
              <a:rPr lang="en-US" dirty="0"/>
              <a:t>2/25/2022</a:t>
            </a:fld>
            <a:endParaRPr lang="en-US" dirty="0"/>
          </a:p>
        </p:txBody>
      </p:sp>
      <p:sp>
        <p:nvSpPr>
          <p:cNvPr id="5" name="Footer Placeholder 4"/>
          <p:cNvSpPr>
            <a:spLocks noGrp="1"/>
          </p:cNvSpPr>
          <p:nvPr>
            <p:ph type="ftr" sz="quarter" idx="11"/>
          </p:nvPr>
        </p:nvSpPr>
        <p:spPr>
          <a:xfrm>
            <a:off x="1876424" y="5410201"/>
            <a:ext cx="5124886" cy="365125"/>
          </a:xfrm>
        </p:spPr>
        <p:txBody>
          <a:bodyPr/>
          <a:lstStyle/>
          <a:p>
            <a:endParaRPr lang="en-US" dirty="0"/>
          </a:p>
        </p:txBody>
      </p:sp>
      <p:sp>
        <p:nvSpPr>
          <p:cNvPr id="6" name="Slide Number Placeholder 5"/>
          <p:cNvSpPr>
            <a:spLocks noGrp="1"/>
          </p:cNvSpPr>
          <p:nvPr>
            <p:ph type="sldNum" sz="quarter" idx="12"/>
          </p:nvPr>
        </p:nvSpPr>
        <p:spPr>
          <a:xfrm>
            <a:off x="9896911" y="5410199"/>
            <a:ext cx="771089" cy="365125"/>
          </a:xfrm>
        </p:spPr>
        <p:txBody>
          <a:bodyPr/>
          <a:lstStyle/>
          <a:p>
            <a:fld id="{6D22F896-40B5-4ADD-8801-0D06FADFA095}" type="slidenum">
              <a:rPr lang="en-US" dirty="0"/>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2/25/2022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smtClean="0"/>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dirty="0"/>
              <a:t>2/25/2022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dirty="0"/>
              <a:t>2/25/2022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smtClean="0"/>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dirty="0"/>
              <a:t>2/25/2022</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dirty="0"/>
              <a:t>2/25/2022</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dirty="0"/>
              <a:t>2/25/2022</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smtClean="0"/>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2/25/2022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smtClean="0"/>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2/25/2022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smtClean="0"/>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2/25/2022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smtClean="0"/>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2/25/2022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smtClean="0"/>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2/25/2022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smtClean="0"/>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2/25/2022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smtClean="0"/>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3" name="Date Placeholder 2"/>
          <p:cNvSpPr>
            <a:spLocks noGrp="1"/>
          </p:cNvSpPr>
          <p:nvPr>
            <p:ph type="dt" sz="half" idx="10"/>
          </p:nvPr>
        </p:nvSpPr>
        <p:spPr/>
        <p:txBody>
          <a:bodyPr/>
          <a:lstStyle/>
          <a:p>
            <a:fld id="{48A87A34-81AB-432B-8DAE-1953F412C126}" type="datetimeFigureOut">
              <a:rPr lang="en-US" dirty="0"/>
              <a:t>2/25/2022</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smtClean="0"/>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smtClean="0"/>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smtClean="0"/>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smtClean="0"/>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3" name="Date Placeholder 2"/>
          <p:cNvSpPr>
            <a:spLocks noGrp="1"/>
          </p:cNvSpPr>
          <p:nvPr>
            <p:ph type="dt" sz="half" idx="10"/>
          </p:nvPr>
        </p:nvSpPr>
        <p:spPr/>
        <p:txBody>
          <a:bodyPr/>
          <a:lstStyle/>
          <a:p>
            <a:fld id="{48A87A34-81AB-432B-8DAE-1953F412C126}" type="datetimeFigureOut">
              <a:rPr lang="en-US" dirty="0"/>
              <a:t>2/25/2022</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2/25/2022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2/25/2022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8" name="Group 7"/>
          <p:cNvGrpSpPr/>
          <p:nvPr/>
        </p:nvGrpSpPr>
        <p:grpSpPr>
          <a:xfrm>
            <a:off x="-14288" y="0"/>
            <a:ext cx="12053888" cy="6858001"/>
            <a:chOff x="-14288" y="0"/>
            <a:chExt cx="12053888" cy="6858001"/>
          </a:xfrm>
        </p:grpSpPr>
        <p:grpSp>
          <p:nvGrpSpPr>
            <p:cNvPr id="9" name="Group 8"/>
            <p:cNvGrpSpPr/>
            <p:nvPr/>
          </p:nvGrpSpPr>
          <p:grpSpPr>
            <a:xfrm>
              <a:off x="-14288"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48A87A34-81AB-432B-8DAE-1953F412C126}" type="datetimeFigureOut">
              <a:rPr lang="en-US" dirty="0"/>
              <a:pPr/>
              <a:t>2/25/2022</a:t>
            </a:fld>
            <a:endParaRPr lang="en-US" dirty="0"/>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6D22F896-40B5-4ADD-8801-0D06FADFA095}" type="slidenum">
              <a:rPr lang="en-US" dirty="0"/>
              <a:pPr/>
              <a:t>‹#›</a:t>
            </a:fld>
            <a:endParaRPr lang="en-US"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60" r:id="rId10"/>
    <p:sldLayoutId id="2147483661" r:id="rId11"/>
    <p:sldLayoutId id="2147483666" r:id="rId12"/>
    <p:sldLayoutId id="2147483663" r:id="rId13"/>
    <p:sldLayoutId id="2147483667" r:id="rId14"/>
    <p:sldLayoutId id="2147483668" r:id="rId15"/>
    <p:sldLayoutId id="2147483658" r:id="rId16"/>
    <p:sldLayoutId id="2147483659"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78589" y="1412295"/>
            <a:ext cx="8791575" cy="2323364"/>
          </a:xfrm>
        </p:spPr>
        <p:txBody>
          <a:bodyPr>
            <a:normAutofit/>
          </a:bodyPr>
          <a:lstStyle/>
          <a:p>
            <a:r>
              <a:rPr lang="en-US" sz="5400" b="1" dirty="0" smtClean="0"/>
              <a:t>HUMANOID MOVEMENT (Q.P.Q) ENERGY GENERATION</a:t>
            </a:r>
            <a:endParaRPr lang="en-US" sz="5400" b="1" dirty="0"/>
          </a:p>
        </p:txBody>
      </p:sp>
      <p:sp>
        <p:nvSpPr>
          <p:cNvPr id="3" name="Subtitle 2"/>
          <p:cNvSpPr>
            <a:spLocks noGrp="1"/>
          </p:cNvSpPr>
          <p:nvPr>
            <p:ph type="subTitle" idx="1"/>
          </p:nvPr>
        </p:nvSpPr>
        <p:spPr>
          <a:xfrm>
            <a:off x="3192267" y="4148448"/>
            <a:ext cx="8791575" cy="1655762"/>
          </a:xfrm>
        </p:spPr>
        <p:txBody>
          <a:bodyPr/>
          <a:lstStyle/>
          <a:p>
            <a:r>
              <a:rPr lang="en-US" dirty="0" smtClean="0"/>
              <a:t>                                                     by siddhant , sanjal, amrutha and abbas         </a:t>
            </a:r>
          </a:p>
          <a:p>
            <a:r>
              <a:rPr lang="en-US" dirty="0"/>
              <a:t> </a:t>
            </a:r>
            <a:r>
              <a:rPr lang="en-US" dirty="0" smtClean="0"/>
              <a:t>                                                                                                                                                                              </a:t>
            </a:r>
            <a:endParaRPr lang="en-US" dirty="0"/>
          </a:p>
        </p:txBody>
      </p:sp>
    </p:spTree>
    <p:extLst>
      <p:ext uri="{BB962C8B-B14F-4D97-AF65-F5344CB8AC3E}">
        <p14:creationId xmlns:p14="http://schemas.microsoft.com/office/powerpoint/2010/main" val="3072636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 </a:t>
            </a:r>
            <a:r>
              <a:rPr lang="en-US" dirty="0" smtClean="0"/>
              <a:t>                        </a:t>
            </a:r>
            <a:r>
              <a:rPr lang="en-US" sz="4000" dirty="0" smtClean="0">
                <a:solidFill>
                  <a:schemeClr val="bg2">
                    <a:lumMod val="50000"/>
                  </a:schemeClr>
                </a:solidFill>
              </a:rPr>
              <a:t>introduction</a:t>
            </a:r>
            <a:endParaRPr lang="en-US" sz="4000" dirty="0">
              <a:solidFill>
                <a:schemeClr val="bg2">
                  <a:lumMod val="50000"/>
                </a:schemeClr>
              </a:solidFill>
            </a:endParaRPr>
          </a:p>
        </p:txBody>
      </p:sp>
      <p:sp>
        <p:nvSpPr>
          <p:cNvPr id="3" name="Content Placeholder 2"/>
          <p:cNvSpPr>
            <a:spLocks noGrp="1"/>
          </p:cNvSpPr>
          <p:nvPr>
            <p:ph idx="1"/>
          </p:nvPr>
        </p:nvSpPr>
        <p:spPr>
          <a:xfrm>
            <a:off x="1141412" y="1701478"/>
            <a:ext cx="9905999" cy="4089723"/>
          </a:xfrm>
        </p:spPr>
        <p:txBody>
          <a:bodyPr>
            <a:noAutofit/>
          </a:bodyPr>
          <a:lstStyle/>
          <a:p>
            <a:r>
              <a:rPr lang="en-US" sz="2600" dirty="0"/>
              <a:t>Man has need and used energy at an increasing rate for his sustenance and well-being ever since he came on the earth a few million years ago. Due to this a lot of energy resources have been exhausted and wasted</a:t>
            </a:r>
            <a:r>
              <a:rPr lang="en-US" sz="2600" dirty="0" smtClean="0"/>
              <a:t>.</a:t>
            </a:r>
          </a:p>
          <a:p>
            <a:pPr marL="0" indent="0">
              <a:buNone/>
            </a:pPr>
            <a:endParaRPr lang="en-US" sz="2600" dirty="0" smtClean="0"/>
          </a:p>
          <a:p>
            <a:endParaRPr lang="en-US" sz="2600" dirty="0" smtClean="0"/>
          </a:p>
        </p:txBody>
      </p:sp>
      <p:pic>
        <p:nvPicPr>
          <p:cNvPr id="4" name="Picture 3"/>
          <p:cNvPicPr>
            <a:picLocks noChangeAspect="1"/>
          </p:cNvPicPr>
          <p:nvPr/>
        </p:nvPicPr>
        <p:blipFill>
          <a:blip r:embed="rId2"/>
          <a:stretch>
            <a:fillRect/>
          </a:stretch>
        </p:blipFill>
        <p:spPr>
          <a:xfrm>
            <a:off x="3699350" y="3746339"/>
            <a:ext cx="3450635" cy="2371550"/>
          </a:xfrm>
          <a:prstGeom prst="rect">
            <a:avLst/>
          </a:prstGeom>
        </p:spPr>
      </p:pic>
    </p:spTree>
    <p:extLst>
      <p:ext uri="{BB962C8B-B14F-4D97-AF65-F5344CB8AC3E}">
        <p14:creationId xmlns:p14="http://schemas.microsoft.com/office/powerpoint/2010/main" val="11746490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p:cNvSpPr txBox="1"/>
          <p:nvPr/>
        </p:nvSpPr>
        <p:spPr>
          <a:xfrm>
            <a:off x="1203767" y="497711"/>
            <a:ext cx="9468091" cy="6617196"/>
          </a:xfrm>
          <a:prstGeom prst="rect">
            <a:avLst/>
          </a:prstGeom>
          <a:noFill/>
        </p:spPr>
        <p:txBody>
          <a:bodyPr wrap="square" rtlCol="0">
            <a:spAutoFit/>
          </a:bodyPr>
          <a:lstStyle/>
          <a:p>
            <a:pPr marL="285750" indent="-285750">
              <a:buFont typeface="Arial" panose="020B0604020202020204" pitchFamily="34" charset="0"/>
              <a:buChar char="•"/>
            </a:pPr>
            <a:endParaRPr lang="en-US" sz="2800" dirty="0"/>
          </a:p>
          <a:p>
            <a:pPr marL="285750" indent="-285750">
              <a:buFont typeface="Arial" panose="020B0604020202020204" pitchFamily="34" charset="0"/>
              <a:buChar char="•"/>
            </a:pPr>
            <a:r>
              <a:rPr lang="en-US" sz="3000" dirty="0" smtClean="0"/>
              <a:t>Proposal </a:t>
            </a:r>
            <a:r>
              <a:rPr lang="en-US" sz="3000" dirty="0"/>
              <a:t>for the utilization of waste energy </a:t>
            </a:r>
            <a:r>
              <a:rPr lang="en-US" sz="3000" dirty="0" smtClean="0"/>
              <a:t>from </a:t>
            </a:r>
            <a:r>
              <a:rPr lang="en-US" sz="3000" dirty="0"/>
              <a:t>human locomotion is very much relevant and important for highly populated countries like India and China where the roads, railway stations, bus stands, temples, etc. are all over crowded and millions of people move around the clock</a:t>
            </a:r>
            <a:r>
              <a:rPr lang="en-US" sz="3000" dirty="0" smtClean="0"/>
              <a:t>.</a:t>
            </a:r>
          </a:p>
          <a:p>
            <a:pPr marL="285750" indent="-285750">
              <a:buFont typeface="Arial" panose="020B0604020202020204" pitchFamily="34" charset="0"/>
              <a:buChar char="•"/>
            </a:pPr>
            <a:endParaRPr lang="en-US" sz="3000" dirty="0"/>
          </a:p>
          <a:p>
            <a:pPr marL="285750" indent="-285750">
              <a:buFont typeface="Arial" panose="020B0604020202020204" pitchFamily="34" charset="0"/>
              <a:buChar char="•"/>
            </a:pPr>
            <a:r>
              <a:rPr lang="en-US" sz="3000" dirty="0"/>
              <a:t>This whole human/ bio-energy being wasted if it can be made possible for utilization it will be great invention and crowd energy farms will be very useful energy sources in crowded </a:t>
            </a:r>
            <a:r>
              <a:rPr lang="en-US" sz="3000" dirty="0" smtClean="0"/>
              <a:t>countries</a:t>
            </a:r>
          </a:p>
          <a:p>
            <a:pPr marL="285750" indent="-285750">
              <a:buFont typeface="Arial" panose="020B0604020202020204" pitchFamily="34" charset="0"/>
              <a:buChar char="•"/>
            </a:pPr>
            <a:endParaRPr lang="en-US" sz="2400" dirty="0"/>
          </a:p>
          <a:p>
            <a:pPr marL="285750" indent="-285750">
              <a:buFont typeface="Arial" panose="020B0604020202020204" pitchFamily="34" charset="0"/>
              <a:buChar char="•"/>
            </a:pPr>
            <a:endParaRPr lang="en-US" sz="2400" dirty="0" smtClean="0"/>
          </a:p>
          <a:p>
            <a:pPr marL="285750" indent="-285750">
              <a:buFont typeface="Arial" panose="020B0604020202020204" pitchFamily="34" charset="0"/>
              <a:buChar char="•"/>
            </a:pPr>
            <a:endParaRPr lang="en-US" sz="2400" dirty="0"/>
          </a:p>
          <a:p>
            <a:pPr marL="285750" indent="-285750">
              <a:buFont typeface="Arial" panose="020B0604020202020204" pitchFamily="34" charset="0"/>
              <a:buChar char="•"/>
            </a:pPr>
            <a:endParaRPr lang="en-US" sz="2400" dirty="0"/>
          </a:p>
        </p:txBody>
      </p:sp>
    </p:spTree>
    <p:extLst>
      <p:ext uri="{BB962C8B-B14F-4D97-AF65-F5344CB8AC3E}">
        <p14:creationId xmlns:p14="http://schemas.microsoft.com/office/powerpoint/2010/main" val="30947524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                           </a:t>
            </a:r>
            <a:r>
              <a:rPr lang="en-US" sz="4400" dirty="0" smtClean="0">
                <a:solidFill>
                  <a:schemeClr val="bg1">
                    <a:lumMod val="95000"/>
                    <a:lumOff val="5000"/>
                  </a:schemeClr>
                </a:solidFill>
              </a:rPr>
              <a:t>principle</a:t>
            </a:r>
            <a:endParaRPr lang="en-US" sz="4400" dirty="0">
              <a:solidFill>
                <a:schemeClr val="bg1">
                  <a:lumMod val="95000"/>
                  <a:lumOff val="5000"/>
                </a:schemeClr>
              </a:solidFill>
            </a:endParaRPr>
          </a:p>
        </p:txBody>
      </p:sp>
      <p:sp>
        <p:nvSpPr>
          <p:cNvPr id="3" name="Content Placeholder 2"/>
          <p:cNvSpPr>
            <a:spLocks noGrp="1"/>
          </p:cNvSpPr>
          <p:nvPr>
            <p:ph idx="1"/>
          </p:nvPr>
        </p:nvSpPr>
        <p:spPr>
          <a:xfrm>
            <a:off x="1354137" y="1664302"/>
            <a:ext cx="9905999" cy="8216003"/>
          </a:xfrm>
        </p:spPr>
        <p:txBody>
          <a:bodyPr/>
          <a:lstStyle/>
          <a:p>
            <a:r>
              <a:rPr lang="en-US" sz="1800" dirty="0"/>
              <a:t>In this project we are generating electrical power as non-conventional method by simply walking or running</a:t>
            </a:r>
            <a:r>
              <a:rPr lang="en-US" sz="1800" dirty="0" smtClean="0"/>
              <a:t>.</a:t>
            </a:r>
          </a:p>
          <a:p>
            <a:r>
              <a:rPr lang="en-US" sz="1800" dirty="0" smtClean="0"/>
              <a:t>Converting </a:t>
            </a:r>
            <a:r>
              <a:rPr lang="en-US" sz="1800" dirty="0"/>
              <a:t>mechanical energy into the electrical energy</a:t>
            </a:r>
            <a:r>
              <a:rPr lang="en-US" sz="1800" dirty="0" smtClean="0"/>
              <a:t>.</a:t>
            </a:r>
          </a:p>
          <a:p>
            <a:r>
              <a:rPr lang="en-US" sz="1800" dirty="0" smtClean="0"/>
              <a:t>Here the mechanical energy is Stress or Pressure energy.</a:t>
            </a:r>
          </a:p>
          <a:p>
            <a:endParaRPr lang="en-US" sz="1800" dirty="0" smtClean="0"/>
          </a:p>
          <a:p>
            <a:endParaRPr lang="en-US" sz="1800" dirty="0" smtClean="0"/>
          </a:p>
          <a:p>
            <a:endParaRPr lang="en-US" dirty="0" smtClean="0"/>
          </a:p>
          <a:p>
            <a:endParaRPr lang="en-US" dirty="0"/>
          </a:p>
        </p:txBody>
      </p:sp>
      <p:sp>
        <p:nvSpPr>
          <p:cNvPr id="4" name="AutoShape 4" descr="Foot Step Power Generation System Using Electronic Device"/>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5" name="Picture 4"/>
          <p:cNvPicPr>
            <a:picLocks noChangeAspect="1"/>
          </p:cNvPicPr>
          <p:nvPr/>
        </p:nvPicPr>
        <p:blipFill>
          <a:blip r:embed="rId2"/>
          <a:stretch>
            <a:fillRect/>
          </a:stretch>
        </p:blipFill>
        <p:spPr>
          <a:xfrm>
            <a:off x="7405686" y="4478887"/>
            <a:ext cx="3138307" cy="2166058"/>
          </a:xfrm>
          <a:prstGeom prst="rect">
            <a:avLst/>
          </a:prstGeom>
        </p:spPr>
      </p:pic>
      <p:pic>
        <p:nvPicPr>
          <p:cNvPr id="6" name="Picture 5"/>
          <p:cNvPicPr>
            <a:picLocks noChangeAspect="1"/>
          </p:cNvPicPr>
          <p:nvPr/>
        </p:nvPicPr>
        <p:blipFill>
          <a:blip r:embed="rId3"/>
          <a:stretch>
            <a:fillRect/>
          </a:stretch>
        </p:blipFill>
        <p:spPr>
          <a:xfrm>
            <a:off x="881324" y="3414532"/>
            <a:ext cx="5213088" cy="3443468"/>
          </a:xfrm>
          <a:prstGeom prst="rect">
            <a:avLst/>
          </a:prstGeom>
        </p:spPr>
      </p:pic>
      <p:pic>
        <p:nvPicPr>
          <p:cNvPr id="7" name="Picture 6"/>
          <p:cNvPicPr>
            <a:picLocks noChangeAspect="1"/>
          </p:cNvPicPr>
          <p:nvPr/>
        </p:nvPicPr>
        <p:blipFill>
          <a:blip r:embed="rId4"/>
          <a:stretch>
            <a:fillRect/>
          </a:stretch>
        </p:blipFill>
        <p:spPr>
          <a:xfrm>
            <a:off x="7405686" y="2406925"/>
            <a:ext cx="2543175" cy="1762125"/>
          </a:xfrm>
          <a:prstGeom prst="rect">
            <a:avLst/>
          </a:prstGeom>
        </p:spPr>
      </p:pic>
    </p:spTree>
    <p:extLst>
      <p:ext uri="{BB962C8B-B14F-4D97-AF65-F5344CB8AC3E}">
        <p14:creationId xmlns:p14="http://schemas.microsoft.com/office/powerpoint/2010/main" val="27978773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 </a:t>
            </a:r>
            <a:r>
              <a:rPr lang="en-US" dirty="0" smtClean="0"/>
              <a:t>                        construction</a:t>
            </a:r>
            <a:endParaRPr lang="en-US" dirty="0"/>
          </a:p>
        </p:txBody>
      </p:sp>
      <p:pic>
        <p:nvPicPr>
          <p:cNvPr id="6" name="Content Placeholder 5"/>
          <p:cNvPicPr>
            <a:picLocks noGrp="1" noChangeAspect="1"/>
          </p:cNvPicPr>
          <p:nvPr>
            <p:ph idx="1"/>
          </p:nvPr>
        </p:nvPicPr>
        <p:blipFill>
          <a:blip r:embed="rId2"/>
          <a:stretch>
            <a:fillRect/>
          </a:stretch>
        </p:blipFill>
        <p:spPr>
          <a:xfrm>
            <a:off x="1296365" y="1632030"/>
            <a:ext cx="9896354" cy="5225970"/>
          </a:xfrm>
          <a:prstGeom prst="rect">
            <a:avLst/>
          </a:prstGeom>
        </p:spPr>
      </p:pic>
    </p:spTree>
    <p:extLst>
      <p:ext uri="{BB962C8B-B14F-4D97-AF65-F5344CB8AC3E}">
        <p14:creationId xmlns:p14="http://schemas.microsoft.com/office/powerpoint/2010/main" val="5005326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1413" y="150472"/>
            <a:ext cx="9905998" cy="775503"/>
          </a:xfrm>
        </p:spPr>
        <p:txBody>
          <a:bodyPr/>
          <a:lstStyle/>
          <a:p>
            <a:r>
              <a:rPr lang="en-US" dirty="0" smtClean="0"/>
              <a:t>                           working</a:t>
            </a:r>
            <a:endParaRPr lang="en-US" dirty="0"/>
          </a:p>
        </p:txBody>
      </p:sp>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66852" y="752355"/>
            <a:ext cx="10236500" cy="5984112"/>
          </a:xfrm>
        </p:spPr>
      </p:pic>
      <p:pic>
        <p:nvPicPr>
          <p:cNvPr id="5" name="Picture 4"/>
          <p:cNvPicPr>
            <a:picLocks noChangeAspect="1"/>
          </p:cNvPicPr>
          <p:nvPr/>
        </p:nvPicPr>
        <p:blipFill>
          <a:blip r:embed="rId3"/>
          <a:stretch>
            <a:fillRect/>
          </a:stretch>
        </p:blipFill>
        <p:spPr>
          <a:xfrm>
            <a:off x="9783190" y="2837245"/>
            <a:ext cx="1120162" cy="993976"/>
          </a:xfrm>
          <a:prstGeom prst="rect">
            <a:avLst/>
          </a:prstGeom>
        </p:spPr>
      </p:pic>
    </p:spTree>
    <p:extLst>
      <p:ext uri="{BB962C8B-B14F-4D97-AF65-F5344CB8AC3E}">
        <p14:creationId xmlns:p14="http://schemas.microsoft.com/office/powerpoint/2010/main" val="21734627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49757" y="76436"/>
            <a:ext cx="9905998" cy="1478570"/>
          </a:xfrm>
        </p:spPr>
        <p:txBody>
          <a:bodyPr/>
          <a:lstStyle/>
          <a:p>
            <a:r>
              <a:rPr lang="en-US" dirty="0" smtClean="0"/>
              <a:t>                          applications</a:t>
            </a:r>
            <a:endParaRPr lang="en-US" dirty="0"/>
          </a:p>
        </p:txBody>
      </p:sp>
      <p:sp>
        <p:nvSpPr>
          <p:cNvPr id="3" name="Content Placeholder 2"/>
          <p:cNvSpPr>
            <a:spLocks noGrp="1"/>
          </p:cNvSpPr>
          <p:nvPr>
            <p:ph idx="1"/>
          </p:nvPr>
        </p:nvSpPr>
        <p:spPr>
          <a:xfrm>
            <a:off x="933068" y="1555006"/>
            <a:ext cx="9905999" cy="4452255"/>
          </a:xfrm>
        </p:spPr>
        <p:txBody>
          <a:bodyPr>
            <a:normAutofit fontScale="85000" lnSpcReduction="20000"/>
          </a:bodyPr>
          <a:lstStyle/>
          <a:p>
            <a:r>
              <a:rPr lang="en-US" dirty="0"/>
              <a:t>Footstep power generation system have many applications, but some of them are given below</a:t>
            </a:r>
            <a:r>
              <a:rPr lang="en-US" dirty="0" smtClean="0"/>
              <a:t>:</a:t>
            </a:r>
          </a:p>
          <a:p>
            <a:pPr marL="0" indent="0">
              <a:buNone/>
            </a:pPr>
            <a:r>
              <a:rPr lang="en-US" dirty="0" smtClean="0"/>
              <a:t>The Slab flooring can be done on flat floors, staircase etc.</a:t>
            </a:r>
            <a:endParaRPr lang="en-US" dirty="0" smtClean="0"/>
          </a:p>
          <a:p>
            <a:r>
              <a:rPr lang="en-US" dirty="0" smtClean="0"/>
              <a:t>Mobile </a:t>
            </a:r>
            <a:r>
              <a:rPr lang="en-US" dirty="0"/>
              <a:t>Charging </a:t>
            </a:r>
            <a:endParaRPr lang="en-US" dirty="0" smtClean="0"/>
          </a:p>
          <a:p>
            <a:r>
              <a:rPr lang="en-US" dirty="0" smtClean="0"/>
              <a:t> </a:t>
            </a:r>
            <a:r>
              <a:rPr lang="en-US" dirty="0"/>
              <a:t>Street </a:t>
            </a:r>
            <a:r>
              <a:rPr lang="en-US" dirty="0" smtClean="0"/>
              <a:t>Lighting</a:t>
            </a:r>
          </a:p>
          <a:p>
            <a:r>
              <a:rPr lang="en-US" dirty="0" smtClean="0"/>
              <a:t> Bus station lighting </a:t>
            </a:r>
          </a:p>
          <a:p>
            <a:r>
              <a:rPr lang="en-US" dirty="0" smtClean="0"/>
              <a:t> </a:t>
            </a:r>
            <a:r>
              <a:rPr lang="en-US" dirty="0"/>
              <a:t>Emergency power failure stations </a:t>
            </a:r>
            <a:endParaRPr lang="en-US" dirty="0" smtClean="0"/>
          </a:p>
          <a:p>
            <a:r>
              <a:rPr lang="en-US" dirty="0" smtClean="0"/>
              <a:t> </a:t>
            </a:r>
            <a:r>
              <a:rPr lang="en-US" dirty="0"/>
              <a:t>Colleges. </a:t>
            </a:r>
            <a:endParaRPr lang="en-US" dirty="0" smtClean="0"/>
          </a:p>
          <a:p>
            <a:r>
              <a:rPr lang="en-US" dirty="0" smtClean="0"/>
              <a:t> </a:t>
            </a:r>
            <a:r>
              <a:rPr lang="en-US" dirty="0"/>
              <a:t>Schools. </a:t>
            </a:r>
            <a:endParaRPr lang="en-US" dirty="0" smtClean="0"/>
          </a:p>
          <a:p>
            <a:r>
              <a:rPr lang="en-US" dirty="0" smtClean="0"/>
              <a:t>Shopping </a:t>
            </a:r>
            <a:r>
              <a:rPr lang="en-US" dirty="0"/>
              <a:t>complex</a:t>
            </a:r>
          </a:p>
        </p:txBody>
      </p:sp>
    </p:spTree>
    <p:extLst>
      <p:ext uri="{BB962C8B-B14F-4D97-AF65-F5344CB8AC3E}">
        <p14:creationId xmlns:p14="http://schemas.microsoft.com/office/powerpoint/2010/main" val="31269237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                           advantages</a:t>
            </a:r>
            <a:endParaRPr lang="en-US" dirty="0"/>
          </a:p>
        </p:txBody>
      </p:sp>
      <p:sp>
        <p:nvSpPr>
          <p:cNvPr id="3" name="Content Placeholder 2"/>
          <p:cNvSpPr>
            <a:spLocks noGrp="1"/>
          </p:cNvSpPr>
          <p:nvPr>
            <p:ph idx="1"/>
          </p:nvPr>
        </p:nvSpPr>
        <p:spPr/>
        <p:txBody>
          <a:bodyPr/>
          <a:lstStyle/>
          <a:p>
            <a:r>
              <a:rPr lang="en-US" b="1" dirty="0"/>
              <a:t>Simply walking on the step </a:t>
            </a:r>
            <a:r>
              <a:rPr lang="en-US" b="1" dirty="0" smtClean="0"/>
              <a:t> </a:t>
            </a:r>
            <a:r>
              <a:rPr lang="en-US" b="1" dirty="0"/>
              <a:t>generates power.</a:t>
            </a:r>
            <a:r>
              <a:rPr lang="en-US" dirty="0"/>
              <a:t> </a:t>
            </a:r>
            <a:endParaRPr lang="en-US" dirty="0" smtClean="0"/>
          </a:p>
          <a:p>
            <a:r>
              <a:rPr lang="en-US" dirty="0"/>
              <a:t> No need fuel input</a:t>
            </a:r>
            <a:r>
              <a:rPr lang="en-US" dirty="0" smtClean="0"/>
              <a:t>.</a:t>
            </a:r>
          </a:p>
          <a:p>
            <a:r>
              <a:rPr lang="en-US" dirty="0"/>
              <a:t>This is a Non-conventional system. </a:t>
            </a:r>
            <a:endParaRPr lang="en-US" dirty="0" smtClean="0"/>
          </a:p>
          <a:p>
            <a:r>
              <a:rPr lang="en-US" dirty="0" smtClean="0"/>
              <a:t>Eco-friendly since there is no pollution</a:t>
            </a:r>
            <a:endParaRPr lang="en-US" dirty="0"/>
          </a:p>
        </p:txBody>
      </p:sp>
    </p:spTree>
    <p:extLst>
      <p:ext uri="{BB962C8B-B14F-4D97-AF65-F5344CB8AC3E}">
        <p14:creationId xmlns:p14="http://schemas.microsoft.com/office/powerpoint/2010/main" val="251021617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134770"/>
      </a:dk2>
      <a:lt2>
        <a:srgbClr val="82FFFF"/>
      </a:lt2>
      <a:accent1>
        <a:srgbClr val="9ACD4C"/>
      </a:accent1>
      <a:accent2>
        <a:srgbClr val="FAA93A"/>
      </a:accent2>
      <a:accent3>
        <a:srgbClr val="D35940"/>
      </a:accent3>
      <a:accent4>
        <a:srgbClr val="B258D3"/>
      </a:accent4>
      <a:accent5>
        <a:srgbClr val="63A0CC"/>
      </a:accent5>
      <a:accent6>
        <a:srgbClr val="8AC4A7"/>
      </a:accent6>
      <a:hlink>
        <a:srgbClr val="B8FA56"/>
      </a:hlink>
      <a:folHlink>
        <a:srgbClr val="7AF8CC"/>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50000"/>
              </a:schemeClr>
            </a:gs>
            <a:gs pos="100000">
              <a:schemeClr val="phClr">
                <a:shade val="92000"/>
                <a:hueMod val="104000"/>
                <a:satMod val="140000"/>
                <a:lumMod val="68000"/>
              </a:schemeClr>
            </a:gs>
          </a:gsLst>
          <a:lin ang="5040000" scaled="0"/>
        </a:gradFill>
        <a:blipFill>
          <a:blip xmlns:r="http://schemas.openxmlformats.org/officeDocument/2006/relationships" r:embed="rId1">
            <a:duotone>
              <a:schemeClr val="phClr">
                <a:shade val="88000"/>
                <a:hueMod val="106000"/>
                <a:satMod val="140000"/>
                <a:lumMod val="54000"/>
              </a:schemeClr>
              <a:schemeClr val="phClr">
                <a:tint val="98000"/>
                <a:hueMod val="90000"/>
                <a:satMod val="150000"/>
                <a:lumMod val="16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0911B802-464C-4241-8DD9-B60FF88E379F}"/>
    </a:ext>
  </a:extLst>
</a:theme>
</file>

<file path=docProps/app.xml><?xml version="1.0" encoding="utf-8"?>
<Properties xmlns="http://schemas.openxmlformats.org/officeDocument/2006/extended-properties" xmlns:vt="http://schemas.openxmlformats.org/officeDocument/2006/docPropsVTypes">
  <Template>TM04033919[[fn=Circuit]]</Template>
  <TotalTime>10196</TotalTime>
  <Words>249</Words>
  <Application>Microsoft Office PowerPoint</Application>
  <PresentationFormat>Widescreen</PresentationFormat>
  <Paragraphs>34</Paragraphs>
  <Slides>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Trebuchet MS</vt:lpstr>
      <vt:lpstr>Tw Cen MT</vt:lpstr>
      <vt:lpstr>Circuit</vt:lpstr>
      <vt:lpstr>HUMANOID MOVEMENT (Q.P.Q) ENERGY GENERATION</vt:lpstr>
      <vt:lpstr>                         introduction</vt:lpstr>
      <vt:lpstr>PowerPoint Presentation</vt:lpstr>
      <vt:lpstr>                           principle</vt:lpstr>
      <vt:lpstr>                         construction</vt:lpstr>
      <vt:lpstr>                           working</vt:lpstr>
      <vt:lpstr>                          applications</vt:lpstr>
      <vt:lpstr>                           advantages</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HUMANOID MOVEMENT (Q.P.Q) ENERGY GENERATION</dc:title>
  <dc:creator>Huzaifa</dc:creator>
  <cp:lastModifiedBy>Huzaifa</cp:lastModifiedBy>
  <cp:revision>18</cp:revision>
  <dcterms:created xsi:type="dcterms:W3CDTF">2022-01-08T04:27:49Z</dcterms:created>
  <dcterms:modified xsi:type="dcterms:W3CDTF">2022-02-25T17:13:47Z</dcterms:modified>
</cp:coreProperties>
</file>