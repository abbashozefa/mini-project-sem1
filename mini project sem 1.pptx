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5" autoAdjust="0"/>
    <p:restoredTop sz="95179" autoAdjust="0"/>
  </p:normalViewPr>
  <p:slideViewPr>
    <p:cSldViewPr snapToGrid="0">
      <p:cViewPr varScale="1">
        <p:scale>
          <a:sx n="82" d="100"/>
          <a:sy n="82" d="100"/>
        </p:scale>
        <p:origin x="180" y="6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smtClean="0"/>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2/11/2022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2/11/2022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smtClean="0"/>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smtClean="0"/>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smtClean="0"/>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smtClean="0"/>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2/11/2022</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78589" y="1412295"/>
            <a:ext cx="8791575" cy="2323364"/>
          </a:xfrm>
        </p:spPr>
        <p:txBody>
          <a:bodyPr>
            <a:normAutofit/>
          </a:bodyPr>
          <a:lstStyle/>
          <a:p>
            <a:r>
              <a:rPr lang="en-US" sz="5400" b="1" dirty="0" smtClean="0"/>
              <a:t>HUMANOID MOVEMENT (Q.P.Q) ENERGY GENERATION</a:t>
            </a:r>
            <a:endParaRPr lang="en-US" sz="5400" b="1" dirty="0"/>
          </a:p>
        </p:txBody>
      </p:sp>
      <p:sp>
        <p:nvSpPr>
          <p:cNvPr id="3" name="Subtitle 2"/>
          <p:cNvSpPr>
            <a:spLocks noGrp="1"/>
          </p:cNvSpPr>
          <p:nvPr>
            <p:ph type="subTitle" idx="1"/>
          </p:nvPr>
        </p:nvSpPr>
        <p:spPr>
          <a:xfrm>
            <a:off x="3192267" y="4148448"/>
            <a:ext cx="8791575" cy="1655762"/>
          </a:xfrm>
        </p:spPr>
        <p:txBody>
          <a:bodyPr/>
          <a:lstStyle/>
          <a:p>
            <a:r>
              <a:rPr lang="en-US" dirty="0" smtClean="0"/>
              <a:t>                                                     by siddhant , sanjal, amrutha and abbas         </a:t>
            </a:r>
          </a:p>
          <a:p>
            <a:r>
              <a:rPr lang="en-US" dirty="0"/>
              <a:t> </a:t>
            </a:r>
            <a:r>
              <a:rPr lang="en-US" dirty="0" smtClean="0"/>
              <a:t>                                                                                                                                                                              </a:t>
            </a:r>
            <a:endParaRPr lang="en-US" dirty="0"/>
          </a:p>
        </p:txBody>
      </p:sp>
    </p:spTree>
    <p:extLst>
      <p:ext uri="{BB962C8B-B14F-4D97-AF65-F5344CB8AC3E}">
        <p14:creationId xmlns:p14="http://schemas.microsoft.com/office/powerpoint/2010/main" val="307263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a:t>
            </a:r>
            <a:r>
              <a:rPr lang="en-US" sz="4000" dirty="0" smtClean="0">
                <a:solidFill>
                  <a:schemeClr val="bg2">
                    <a:lumMod val="50000"/>
                  </a:schemeClr>
                </a:solidFill>
              </a:rPr>
              <a:t>introduction</a:t>
            </a:r>
            <a:endParaRPr lang="en-US" sz="4000" dirty="0">
              <a:solidFill>
                <a:schemeClr val="bg2">
                  <a:lumMod val="50000"/>
                </a:schemeClr>
              </a:solidFill>
            </a:endParaRPr>
          </a:p>
        </p:txBody>
      </p:sp>
      <p:sp>
        <p:nvSpPr>
          <p:cNvPr id="3" name="Content Placeholder 2"/>
          <p:cNvSpPr>
            <a:spLocks noGrp="1"/>
          </p:cNvSpPr>
          <p:nvPr>
            <p:ph idx="1"/>
          </p:nvPr>
        </p:nvSpPr>
        <p:spPr>
          <a:xfrm>
            <a:off x="1141412" y="1701478"/>
            <a:ext cx="9905999" cy="4089723"/>
          </a:xfrm>
        </p:spPr>
        <p:txBody>
          <a:bodyPr>
            <a:noAutofit/>
          </a:bodyPr>
          <a:lstStyle/>
          <a:p>
            <a:r>
              <a:rPr lang="en-US" sz="2600" dirty="0"/>
              <a:t>Man has need and used energy at an increasing rate for his sustenance and well-being ever since he came on the earth a few million years ago. Due to this a lot of energy resources have been exhausted and wasted</a:t>
            </a:r>
            <a:r>
              <a:rPr lang="en-US" sz="2600" dirty="0" smtClean="0"/>
              <a:t>.</a:t>
            </a:r>
          </a:p>
          <a:p>
            <a:r>
              <a:rPr lang="en-US" sz="2600" dirty="0" smtClean="0"/>
              <a:t>In </a:t>
            </a:r>
            <a:r>
              <a:rPr lang="en-US" sz="2600" dirty="0"/>
              <a:t>this project we are generating electrical power as non-conventional method by simply walking or </a:t>
            </a:r>
            <a:r>
              <a:rPr lang="en-US" sz="2600" dirty="0" smtClean="0"/>
              <a:t>running. </a:t>
            </a:r>
            <a:r>
              <a:rPr lang="en-US" sz="2600" dirty="0"/>
              <a:t>Nonconventional energy system is </a:t>
            </a:r>
            <a:r>
              <a:rPr lang="en-US" sz="2600" dirty="0" smtClean="0"/>
              <a:t>very </a:t>
            </a:r>
            <a:r>
              <a:rPr lang="en-US" sz="2600" dirty="0"/>
              <a:t>essential at this time to our nation</a:t>
            </a:r>
            <a:r>
              <a:rPr lang="en-US" sz="2600" dirty="0" smtClean="0"/>
              <a:t>.</a:t>
            </a:r>
          </a:p>
          <a:p>
            <a:r>
              <a:rPr lang="en-US" sz="2600" dirty="0"/>
              <a:t>Nonconventional energy </a:t>
            </a:r>
            <a:r>
              <a:rPr lang="en-US" sz="2600" dirty="0" smtClean="0"/>
              <a:t>is </a:t>
            </a:r>
            <a:r>
              <a:rPr lang="en-US" sz="2600" dirty="0"/>
              <a:t>converting mechanical energy into the electrical energy</a:t>
            </a:r>
            <a:r>
              <a:rPr lang="en-US" sz="2600" dirty="0" smtClean="0"/>
              <a:t>.</a:t>
            </a:r>
          </a:p>
        </p:txBody>
      </p:sp>
    </p:spTree>
    <p:extLst>
      <p:ext uri="{BB962C8B-B14F-4D97-AF65-F5344CB8AC3E}">
        <p14:creationId xmlns:p14="http://schemas.microsoft.com/office/powerpoint/2010/main" val="1174649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1203767" y="497711"/>
            <a:ext cx="9468091" cy="6617196"/>
          </a:xfrm>
          <a:prstGeom prst="rect">
            <a:avLst/>
          </a:prstGeom>
          <a:noFill/>
        </p:spPr>
        <p:txBody>
          <a:bodyPr wrap="square" rtlCol="0">
            <a:spAutoFit/>
          </a:bodyPr>
          <a:lstStyle/>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3000" dirty="0" smtClean="0"/>
              <a:t>Proposal </a:t>
            </a:r>
            <a:r>
              <a:rPr lang="en-US" sz="3000" dirty="0"/>
              <a:t>for the utilization of waste energy </a:t>
            </a:r>
            <a:r>
              <a:rPr lang="en-US" sz="3000" dirty="0" smtClean="0"/>
              <a:t>from </a:t>
            </a:r>
            <a:r>
              <a:rPr lang="en-US" sz="3000" dirty="0"/>
              <a:t>human locomotion is very much relevant and important for highly populated countries like India and China where the roads, railway stations, bus stands, temples, etc. are all over crowded and millions of people move around the clock</a:t>
            </a:r>
            <a:r>
              <a:rPr lang="en-US" sz="3000" dirty="0" smtClean="0"/>
              <a:t>.</a:t>
            </a:r>
          </a:p>
          <a:p>
            <a:pPr marL="285750" indent="-285750">
              <a:buFont typeface="Arial" panose="020B0604020202020204" pitchFamily="34" charset="0"/>
              <a:buChar char="•"/>
            </a:pPr>
            <a:endParaRPr lang="en-US" sz="3000" dirty="0"/>
          </a:p>
          <a:p>
            <a:pPr marL="285750" indent="-285750">
              <a:buFont typeface="Arial" panose="020B0604020202020204" pitchFamily="34" charset="0"/>
              <a:buChar char="•"/>
            </a:pPr>
            <a:r>
              <a:rPr lang="en-US" sz="3000" dirty="0"/>
              <a:t>This whole human/ bio-energy being wasted if it can be made possible for utilization it will be great invention and crowd energy farms will be very useful energy sources in crowded </a:t>
            </a:r>
            <a:r>
              <a:rPr lang="en-US" sz="3000" dirty="0" smtClean="0"/>
              <a:t>countries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smtClean="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3094752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79787733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Template>
  <TotalTime>4298</TotalTime>
  <Words>186</Words>
  <Application>Microsoft Office PowerPoint</Application>
  <PresentationFormat>Widescreen</PresentationFormat>
  <Paragraphs>13</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Trebuchet MS</vt:lpstr>
      <vt:lpstr>Tw Cen MT</vt:lpstr>
      <vt:lpstr>Circuit</vt:lpstr>
      <vt:lpstr>HUMANOID MOVEMENT (Q.P.Q) ENERGY GENERATION</vt:lpstr>
      <vt:lpstr>                         introduction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 MOVEMENT (Q.P.Q) ENERGY GENERATION</dc:title>
  <dc:creator>Huzaifa</dc:creator>
  <cp:lastModifiedBy>Huzaifa</cp:lastModifiedBy>
  <cp:revision>9</cp:revision>
  <dcterms:created xsi:type="dcterms:W3CDTF">2022-01-08T04:27:49Z</dcterms:created>
  <dcterms:modified xsi:type="dcterms:W3CDTF">2022-02-11T11:43:25Z</dcterms:modified>
</cp:coreProperties>
</file>